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33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operators in the fettling IMF area scan a QR code or heat number on a phone, choose the work type, and the job is timed and tracked on a live shop floor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operator logs in and picks a booth, scans the QR or types the heat number, selects Rough, MPI or Final, and the timer starts with a Scan Out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shows one card per station with part, operator, shift, FP number, grade, start time and running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 sheet report lists every job with its times and totals for quantity and weight. Columns, filters and export are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Fettling IMF Area QR Scanner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PORTFOLIO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Fettling IMF Area QR Scanner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Operators scan in at a booth and every job is tracked live.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Santhoshkumar  |  IT</a:t>
            </a:r>
            <a:endParaRPr lang="en-US" sz="1400" dirty="0"/>
          </a:p>
        </p:txBody>
      </p:sp>
      <p:sp>
        <p:nvSpPr>
          <p:cNvPr id="6" name="Hero panel"/>
          <p:cNvSpPr/>
          <p:nvPr/>
        </p:nvSpPr>
        <p:spPr>
          <a:xfrm>
            <a:off x="5760720" y="822960"/>
            <a:ext cx="2834640" cy="3474720"/>
          </a:xfrm>
          <a:prstGeom prst="roundRect">
            <a:avLst>
              <a:gd name="adj" fmla="val 8065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Hero circle"/>
          <p:cNvSpPr/>
          <p:nvPr/>
        </p:nvSpPr>
        <p:spPr>
          <a:xfrm>
            <a:off x="6355080" y="1280160"/>
            <a:ext cx="1645920" cy="16459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Q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916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Scan. Select. Track.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QR scanning in the fettling area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OPERATOR FLOW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login to running timer</a:t>
            </a:r>
            <a:endParaRPr lang="en-US" sz="3400" dirty="0"/>
          </a:p>
        </p:txBody>
      </p:sp>
      <p:sp>
        <p:nvSpPr>
          <p:cNvPr id="4" name="Panel 1"/>
          <p:cNvSpPr/>
          <p:nvPr/>
        </p:nvSpPr>
        <p:spPr>
          <a:xfrm>
            <a:off x="457200" y="1371600"/>
            <a:ext cx="192024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1  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61" y="1508760"/>
            <a:ext cx="1525119" cy="2468880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6" name="Screenshot frame"/>
          <p:cNvSpPr/>
          <p:nvPr/>
        </p:nvSpPr>
        <p:spPr>
          <a:xfrm>
            <a:off x="654761" y="1508760"/>
            <a:ext cx="1525119" cy="246888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45720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  Login</a:t>
            </a:r>
            <a:endParaRPr lang="en-US" sz="1400" dirty="0"/>
          </a:p>
        </p:txBody>
      </p:sp>
      <p:sp>
        <p:nvSpPr>
          <p:cNvPr id="8" name="Panel 2"/>
          <p:cNvSpPr/>
          <p:nvPr/>
        </p:nvSpPr>
        <p:spPr>
          <a:xfrm>
            <a:off x="2560320" y="1371600"/>
            <a:ext cx="192024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2  Scan Q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366" y="1508760"/>
            <a:ext cx="1702147" cy="2468880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10" name="Screenshot frame"/>
          <p:cNvSpPr/>
          <p:nvPr/>
        </p:nvSpPr>
        <p:spPr>
          <a:xfrm>
            <a:off x="2669366" y="1508760"/>
            <a:ext cx="1702147" cy="246888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256032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  Scan QR</a:t>
            </a:r>
            <a:endParaRPr lang="en-US" sz="1400" dirty="0"/>
          </a:p>
        </p:txBody>
      </p:sp>
      <p:sp>
        <p:nvSpPr>
          <p:cNvPr id="12" name="Panel 3"/>
          <p:cNvSpPr/>
          <p:nvPr/>
        </p:nvSpPr>
        <p:spPr>
          <a:xfrm>
            <a:off x="4663440" y="1371600"/>
            <a:ext cx="192024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3  Select typ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326" y="1508760"/>
            <a:ext cx="1556468" cy="2468880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14" name="Screenshot frame"/>
          <p:cNvSpPr/>
          <p:nvPr/>
        </p:nvSpPr>
        <p:spPr>
          <a:xfrm>
            <a:off x="4845326" y="1508760"/>
            <a:ext cx="1556468" cy="246888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 txBox="1"/>
          <p:nvPr/>
        </p:nvSpPr>
        <p:spPr>
          <a:xfrm>
            <a:off x="466344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  Select type</a:t>
            </a:r>
            <a:endParaRPr lang="en-US" sz="1400" dirty="0"/>
          </a:p>
        </p:txBody>
      </p:sp>
      <p:sp>
        <p:nvSpPr>
          <p:cNvPr id="16" name="Panel 4"/>
          <p:cNvSpPr/>
          <p:nvPr/>
        </p:nvSpPr>
        <p:spPr>
          <a:xfrm>
            <a:off x="6766560" y="1371600"/>
            <a:ext cx="192024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4  Live tim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450" y="1508760"/>
            <a:ext cx="1464460" cy="2468880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18" name="Screenshot frame"/>
          <p:cNvSpPr/>
          <p:nvPr/>
        </p:nvSpPr>
        <p:spPr>
          <a:xfrm>
            <a:off x="6994450" y="1508760"/>
            <a:ext cx="1464460" cy="246888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676656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  Live timer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LIVE TRACKING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process tracking</a:t>
            </a:r>
            <a:endParaRPr lang="en-US" sz="3400" dirty="0"/>
          </a:p>
        </p:txBody>
      </p:sp>
      <p:pic>
        <p:nvPicPr>
          <p:cNvPr id="4" name="Image 0" descr="Shop floor live process tracking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120188" cy="2487168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5" name="Screenshot frame"/>
          <p:cNvSpPr/>
          <p:nvPr/>
        </p:nvSpPr>
        <p:spPr>
          <a:xfrm>
            <a:off x="457200" y="1463040"/>
            <a:ext cx="5120188" cy="2487168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45720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Shop floor dashboard, live view.</a:t>
            </a:r>
            <a:endParaRPr lang="en-US" sz="1200" dirty="0"/>
          </a:p>
        </p:txBody>
      </p:sp>
      <p:sp>
        <p:nvSpPr>
          <p:cNvPr id="7" name="Icon circle"/>
          <p:cNvSpPr/>
          <p:nvPr/>
        </p:nvSpPr>
        <p:spPr>
          <a:xfrm>
            <a:off x="59436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6230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37960" y="1463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Station cards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537960" y="1764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Each card shows part, operator, shift and FP no.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5943600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26289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53796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 and status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2770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Start time and a Running status show for every job.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594360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363474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3796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status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537960" y="3776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Stations on process are marked at a glance.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REPORTS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tracking reports</a:t>
            </a:r>
            <a:endParaRPr lang="en-US" sz="3400" dirty="0"/>
          </a:p>
        </p:txBody>
      </p:sp>
      <p:pic>
        <p:nvPicPr>
          <p:cNvPr id="4" name="Image 0" descr="Log sheet re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122515" cy="2734056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5" name="Screenshot frame"/>
          <p:cNvSpPr/>
          <p:nvPr/>
        </p:nvSpPr>
        <p:spPr>
          <a:xfrm>
            <a:off x="457200" y="1463040"/>
            <a:ext cx="5122515" cy="2734056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4572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Grinding and welding log sheet report.</a:t>
            </a:r>
            <a:endParaRPr lang="en-US" sz="1200" dirty="0"/>
          </a:p>
        </p:txBody>
      </p:sp>
      <p:sp>
        <p:nvSpPr>
          <p:cNvPr id="7" name="Icon circle"/>
          <p:cNvSpPr/>
          <p:nvPr/>
        </p:nvSpPr>
        <p:spPr>
          <a:xfrm>
            <a:off x="59436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6230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37960" y="1463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Date and operation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537960" y="1764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Pick a date range and Grinding or Welding.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5943600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26289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53796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 sheet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2770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Each job lists FP no., grade, start and end time.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594360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363474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3796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Totals and export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537960" y="3776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Quantity and weight totals, with filters and export.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Scan, track, report</a:t>
            </a:r>
            <a:endParaRPr lang="en-US" sz="36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Icon circle"/>
          <p:cNvSpPr/>
          <p:nvPr/>
        </p:nvSpPr>
        <p:spPr>
          <a:xfrm>
            <a:off x="77724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7020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Scan at the booth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QR or heat number starts the job on a phone.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333756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Icon circle"/>
          <p:cNvSpPr/>
          <p:nvPr/>
        </p:nvSpPr>
        <p:spPr>
          <a:xfrm>
            <a:off x="356616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7020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Tracked live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 shop floor dashboard shows every station.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612648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Icon circle"/>
          <p:cNvSpPr/>
          <p:nvPr/>
        </p:nvSpPr>
        <p:spPr>
          <a:xfrm>
            <a:off x="635508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27020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Reported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Log sheets with totals and export.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ttling QR">
  <a:themeElements>
    <a:clrScheme name="Fettling QR">
      <a:dk1>
        <a:srgbClr val="0A1F17"/>
      </a:dk1>
      <a:lt1>
        <a:srgbClr val="FFFFFF"/>
      </a:lt1>
      <a:dk2>
        <a:srgbClr val="123D2D"/>
      </a:dk2>
      <a:lt2>
        <a:srgbClr val="EDF4F0"/>
      </a:lt2>
      <a:accent1>
        <a:srgbClr val="0F9D70"/>
      </a:accent1>
      <a:accent2>
        <a:srgbClr val="34E0A1"/>
      </a:accent2>
      <a:accent3>
        <a:srgbClr val="5E7C6F"/>
      </a:accent3>
      <a:accent4>
        <a:srgbClr val="C9D9D0"/>
      </a:accent4>
      <a:accent5>
        <a:srgbClr val="0B7A56"/>
      </a:accent5>
      <a:accent6>
        <a:srgbClr val="D2362A"/>
      </a:accent6>
      <a:hlink>
        <a:srgbClr val="0F9D70"/>
      </a:hlink>
      <a:folHlink>
        <a:srgbClr val="5E7C6F"/>
      </a:folHlink>
    </a:clrScheme>
    <a:fontScheme name="Fettling Q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On-screen Show (16:9)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Fettling QR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Fettling IMF Area QR Scanner</dc:title>
  <dc:subject>PptxGenJS Presentation</dc:subject>
  <dc:creator>Santhoshkumar</dc:creator>
  <cp:lastModifiedBy>Santhoshkumar.M</cp:lastModifiedBy>
  <cp:revision>2</cp:revision>
  <dcterms:created xsi:type="dcterms:W3CDTF">2026-10-20T06:43:25Z</dcterms:created>
  <dcterms:modified xsi:type="dcterms:W3CDTF">2026-10-21T11:43:20Z</dcterms:modified>
</cp:coreProperties>
</file>