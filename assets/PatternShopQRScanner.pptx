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7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pattern shop QR scanner replaces paper notes and manual searching with a phone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operator enters or scans a pattern QR code, aligns the code in the frame, sees the pattern details, edits the location fields and taps Update Changes. A confirmation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Tracing took about a minute per pattern across 100+ patterns a day, roughly 100 minutes daily. With QR scanning a pattern is located within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Before, details were written on paper and entered later. Now the update is made directly on the shop floor and the pattern status changes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Pattern Shop QR Scanner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PORTFOLIO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Shop QR Scanner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Scan a pattern QR code to find it and update its record from the shop floor.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Santhoshkumar  |  IT</a:t>
            </a:r>
            <a:endParaRPr lang="en-US" sz="1400" dirty="0"/>
          </a:p>
        </p:txBody>
      </p:sp>
      <p:sp>
        <p:nvSpPr>
          <p:cNvPr id="6" name="Hero panel"/>
          <p:cNvSpPr/>
          <p:nvPr/>
        </p:nvSpPr>
        <p:spPr>
          <a:xfrm>
            <a:off x="5760720" y="822960"/>
            <a:ext cx="2834640" cy="3474720"/>
          </a:xfrm>
          <a:prstGeom prst="roundRect">
            <a:avLst>
              <a:gd name="adj" fmla="val 8065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Hero circle"/>
          <p:cNvSpPr/>
          <p:nvPr/>
        </p:nvSpPr>
        <p:spPr>
          <a:xfrm>
            <a:off x="6355080" y="1280160"/>
            <a:ext cx="1645920" cy="16459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Q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91640"/>
            <a:ext cx="822960" cy="8229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Scan. Find. Update.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Paperless pattern control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Scan, check, update</a:t>
            </a:r>
            <a:endParaRPr lang="en-US" sz="3400" dirty="0"/>
          </a:p>
        </p:txBody>
      </p:sp>
      <p:sp>
        <p:nvSpPr>
          <p:cNvPr id="4" name="Panel 1"/>
          <p:cNvSpPr/>
          <p:nvPr/>
        </p:nvSpPr>
        <p:spPr>
          <a:xfrm>
            <a:off x="457200" y="1371600"/>
            <a:ext cx="1920240" cy="32461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1  Scan Q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4980"/>
            <a:ext cx="1737360" cy="1996440"/>
          </a:xfrm>
          <a:prstGeom prst="rect">
            <a:avLst/>
          </a:prstGeom>
          <a:effectLst>
            <a:outerShdw blurRad="101600" dist="25400" dir="5400000" algn="bl" rotWithShape="0">
              <a:srgbClr val="0A1F17">
                <a:alpha val="22000"/>
              </a:srgbClr>
            </a:outerShdw>
          </a:effectLst>
        </p:spPr>
      </p:pic>
      <p:sp>
        <p:nvSpPr>
          <p:cNvPr id="6" name="Screenshot frame"/>
          <p:cNvSpPr/>
          <p:nvPr/>
        </p:nvSpPr>
        <p:spPr>
          <a:xfrm>
            <a:off x="548640" y="1744980"/>
            <a:ext cx="1737360" cy="199644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45720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  Scan QR</a:t>
            </a:r>
            <a:endParaRPr lang="en-US" sz="1400" dirty="0"/>
          </a:p>
        </p:txBody>
      </p:sp>
      <p:sp>
        <p:nvSpPr>
          <p:cNvPr id="8" name="Panel 2"/>
          <p:cNvSpPr/>
          <p:nvPr/>
        </p:nvSpPr>
        <p:spPr>
          <a:xfrm>
            <a:off x="2560320" y="1371600"/>
            <a:ext cx="1920240" cy="32461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2  Align the c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609010"/>
            <a:ext cx="1737360" cy="2268380"/>
          </a:xfrm>
          <a:prstGeom prst="rect">
            <a:avLst/>
          </a:prstGeom>
          <a:effectLst>
            <a:outerShdw blurRad="101600" dist="25400" dir="5400000" algn="bl" rotWithShape="0">
              <a:srgbClr val="0A1F17">
                <a:alpha val="22000"/>
              </a:srgbClr>
            </a:outerShdw>
          </a:effectLst>
        </p:spPr>
      </p:pic>
      <p:sp>
        <p:nvSpPr>
          <p:cNvPr id="10" name="Screenshot frame"/>
          <p:cNvSpPr/>
          <p:nvPr/>
        </p:nvSpPr>
        <p:spPr>
          <a:xfrm>
            <a:off x="2651760" y="1609010"/>
            <a:ext cx="1737360" cy="226838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256032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  Align the code</a:t>
            </a:r>
            <a:endParaRPr lang="en-US" sz="1400" dirty="0"/>
          </a:p>
        </p:txBody>
      </p:sp>
      <p:sp>
        <p:nvSpPr>
          <p:cNvPr id="12" name="Panel 3"/>
          <p:cNvSpPr/>
          <p:nvPr/>
        </p:nvSpPr>
        <p:spPr>
          <a:xfrm>
            <a:off x="4663440" y="1371600"/>
            <a:ext cx="1920240" cy="32461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3  Pattern detai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45479"/>
            <a:ext cx="1737360" cy="2195442"/>
          </a:xfrm>
          <a:prstGeom prst="rect">
            <a:avLst/>
          </a:prstGeom>
          <a:effectLst>
            <a:outerShdw blurRad="101600" dist="25400" dir="5400000" algn="bl" rotWithShape="0">
              <a:srgbClr val="0A1F17">
                <a:alpha val="22000"/>
              </a:srgbClr>
            </a:outerShdw>
          </a:effectLst>
        </p:spPr>
      </p:pic>
      <p:sp>
        <p:nvSpPr>
          <p:cNvPr id="14" name="Screenshot frame"/>
          <p:cNvSpPr/>
          <p:nvPr/>
        </p:nvSpPr>
        <p:spPr>
          <a:xfrm>
            <a:off x="4754880" y="1645479"/>
            <a:ext cx="1737360" cy="2195442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 txBox="1"/>
          <p:nvPr/>
        </p:nvSpPr>
        <p:spPr>
          <a:xfrm>
            <a:off x="466344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  Pattern details</a:t>
            </a:r>
            <a:endParaRPr lang="en-US" sz="1400" dirty="0"/>
          </a:p>
        </p:txBody>
      </p:sp>
      <p:sp>
        <p:nvSpPr>
          <p:cNvPr id="16" name="Panel 4"/>
          <p:cNvSpPr/>
          <p:nvPr/>
        </p:nvSpPr>
        <p:spPr>
          <a:xfrm>
            <a:off x="6766560" y="1371600"/>
            <a:ext cx="1920240" cy="32461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4  Updat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573019"/>
            <a:ext cx="1737360" cy="2340361"/>
          </a:xfrm>
          <a:prstGeom prst="rect">
            <a:avLst/>
          </a:prstGeom>
          <a:effectLst>
            <a:outerShdw blurRad="101600" dist="25400" dir="5400000" algn="bl" rotWithShape="0">
              <a:srgbClr val="0A1F17">
                <a:alpha val="22000"/>
              </a:srgbClr>
            </a:outerShdw>
          </a:effectLst>
        </p:spPr>
      </p:pic>
      <p:sp>
        <p:nvSpPr>
          <p:cNvPr id="18" name="Screenshot frame"/>
          <p:cNvSpPr/>
          <p:nvPr/>
        </p:nvSpPr>
        <p:spPr>
          <a:xfrm>
            <a:off x="6858000" y="1573019"/>
            <a:ext cx="1737360" cy="2340361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676656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  Updated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SPEED AND EFFICIENCY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traceability</a:t>
            </a:r>
            <a:endParaRPr lang="en-US" sz="3400" dirty="0"/>
          </a:p>
        </p:txBody>
      </p:sp>
      <p:sp>
        <p:nvSpPr>
          <p:cNvPr id="4" name="Before card"/>
          <p:cNvSpPr/>
          <p:nvPr/>
        </p:nvSpPr>
        <p:spPr>
          <a:xfrm>
            <a:off x="457200" y="1417320"/>
            <a:ext cx="3977640" cy="315468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BEFORE: MANUAL EFFORT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min / day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spent tracing patterns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About 1 minute to trace each pattern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100+ patterns every day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Heavy dependence on manual search and operator effort</a:t>
            </a:r>
            <a:endParaRPr lang="en-US" sz="1400" dirty="0"/>
          </a:p>
        </p:txBody>
      </p:sp>
      <p:sp>
        <p:nvSpPr>
          <p:cNvPr id="9" name="After card"/>
          <p:cNvSpPr/>
          <p:nvPr/>
        </p:nvSpPr>
        <p:spPr>
          <a:xfrm>
            <a:off x="4709160" y="1417320"/>
            <a:ext cx="3977640" cy="315468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9834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AFTER: QR-ENABLED TRACKING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874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seconds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to locate a pattern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97180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Instant pattern identification by QR scan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Zero search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Effortless tracking across the shop floor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About 100 minutes a day saved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ACCURACY AND REAL-TIME CONTROL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master update</a:t>
            </a:r>
            <a:endParaRPr lang="en-US" sz="3400" dirty="0"/>
          </a:p>
        </p:txBody>
      </p:sp>
      <p:sp>
        <p:nvSpPr>
          <p:cNvPr id="4" name="Before card"/>
          <p:cNvSpPr/>
          <p:nvPr/>
        </p:nvSpPr>
        <p:spPr>
          <a:xfrm>
            <a:off x="457200" y="1417320"/>
            <a:ext cx="3977640" cy="315468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BEFORE: MANUAL PROCESS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first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system updated later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Pattern details and location noted on paper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High risk of errors and missing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No real-time view of pattern condition</a:t>
            </a:r>
            <a:endParaRPr lang="en-US" sz="1400" dirty="0"/>
          </a:p>
        </p:txBody>
      </p:sp>
      <p:sp>
        <p:nvSpPr>
          <p:cNvPr id="9" name="After card"/>
          <p:cNvSpPr/>
          <p:nvPr/>
        </p:nvSpPr>
        <p:spPr>
          <a:xfrm>
            <a:off x="4709160" y="1417320"/>
            <a:ext cx="3977640" cy="315468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9834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AFTER: DIGITAL WITH QR SCANNER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874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time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updated from the shop floor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97180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Direct system update using QR scan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delay, no backlog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Completely paperless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Instant status update: Good / Bad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accurate, paperless</a:t>
            </a:r>
            <a:endParaRPr lang="en-US" sz="3600" dirty="0"/>
          </a:p>
        </p:txBody>
      </p:sp>
      <p:sp>
        <p:nvSpPr>
          <p:cNvPr id="4" name="Summary card 1"/>
          <p:cNvSpPr/>
          <p:nvPr/>
        </p:nvSpPr>
        <p:spPr>
          <a:xfrm>
            <a:off x="54864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Icon circle"/>
          <p:cNvSpPr/>
          <p:nvPr/>
        </p:nvSpPr>
        <p:spPr>
          <a:xfrm>
            <a:off x="77724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7020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~100 min saved daily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Patterns are located in seconds, not minutes.</a:t>
            </a:r>
            <a:endParaRPr lang="en-US" sz="1400" dirty="0"/>
          </a:p>
        </p:txBody>
      </p:sp>
      <p:sp>
        <p:nvSpPr>
          <p:cNvPr id="9" name="Summary card 2"/>
          <p:cNvSpPr/>
          <p:nvPr/>
        </p:nvSpPr>
        <p:spPr>
          <a:xfrm>
            <a:off x="333756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Icon circle"/>
          <p:cNvSpPr/>
          <p:nvPr/>
        </p:nvSpPr>
        <p:spPr>
          <a:xfrm>
            <a:off x="356616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27020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Real-time updates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Records change the moment a pattern is scanned.</a:t>
            </a:r>
            <a:endParaRPr lang="en-US" sz="1400" dirty="0"/>
          </a:p>
        </p:txBody>
      </p:sp>
      <p:sp>
        <p:nvSpPr>
          <p:cNvPr id="14" name="Summary card 3"/>
          <p:cNvSpPr/>
          <p:nvPr/>
        </p:nvSpPr>
        <p:spPr>
          <a:xfrm>
            <a:off x="612648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Icon circle"/>
          <p:cNvSpPr/>
          <p:nvPr/>
        </p:nvSpPr>
        <p:spPr>
          <a:xfrm>
            <a:off x="635508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27020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Paperless process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No paper notes and no later data entry.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tern Shop">
  <a:themeElements>
    <a:clrScheme name="Pattern Shop">
      <a:dk1>
        <a:srgbClr val="0A1F17"/>
      </a:dk1>
      <a:lt1>
        <a:srgbClr val="FFFFFF"/>
      </a:lt1>
      <a:dk2>
        <a:srgbClr val="123D2D"/>
      </a:dk2>
      <a:lt2>
        <a:srgbClr val="EDF4F0"/>
      </a:lt2>
      <a:accent1>
        <a:srgbClr val="0F9D70"/>
      </a:accent1>
      <a:accent2>
        <a:srgbClr val="34E0A1"/>
      </a:accent2>
      <a:accent3>
        <a:srgbClr val="5E7C6F"/>
      </a:accent3>
      <a:accent4>
        <a:srgbClr val="C9D9D0"/>
      </a:accent4>
      <a:accent5>
        <a:srgbClr val="0B7A56"/>
      </a:accent5>
      <a:accent6>
        <a:srgbClr val="D2362A"/>
      </a:accent6>
      <a:hlink>
        <a:srgbClr val="0F9D70"/>
      </a:hlink>
      <a:folHlink>
        <a:srgbClr val="5E7C6F"/>
      </a:folHlink>
    </a:clrScheme>
    <a:fontScheme name="Pattern Sh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</Words>
  <Application>Microsoft Office PowerPoint</Application>
  <PresentationFormat>On-screen Show (16:9)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Pattern Shop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Shop QR Scanner</dc:title>
  <dc:subject>PptxGenJS Presentation</dc:subject>
  <dc:creator>Santhoshkumar</dc:creator>
  <cp:lastModifiedBy>Santhoshkumar.M</cp:lastModifiedBy>
  <cp:revision>2</cp:revision>
  <dcterms:created xsi:type="dcterms:W3CDTF">2026-10-20T06:50:05Z</dcterms:created>
  <dcterms:modified xsi:type="dcterms:W3CDTF">2026-10-20T06:51:45Z</dcterms:modified>
</cp:coreProperties>
</file>