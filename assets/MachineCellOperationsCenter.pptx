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shop digitalization: operators scan in and out of jobs, and supervisors watch every machine on one live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scan in, select the process, run the live timer, scan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job screen shows operator, machine, process, a running timer and the job details pulled in from the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shows total, idle, on process, completed and semi finished machines, with a card for each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Machine Cell Operations Center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MACHINE SHOP DIGITALIZATION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Cell Operations Center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Scan-in job tracking and a live dashboard for CNC and machining cells.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Santhoshkumar  |  IT</a:t>
            </a:r>
            <a:endParaRPr lang="en-US" sz="1400" dirty="0"/>
          </a:p>
        </p:txBody>
      </p:sp>
      <p:sp>
        <p:nvSpPr>
          <p:cNvPr id="6" name="Hero panel"/>
          <p:cNvSpPr/>
          <p:nvPr/>
        </p:nvSpPr>
        <p:spPr>
          <a:xfrm>
            <a:off x="5760720" y="822960"/>
            <a:ext cx="2834640" cy="3474720"/>
          </a:xfrm>
          <a:prstGeom prst="roundRect">
            <a:avLst>
              <a:gd name="adj" fmla="val 806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Hero circle"/>
          <p:cNvSpPr/>
          <p:nvPr/>
        </p:nvSpPr>
        <p:spPr>
          <a:xfrm>
            <a:off x="6355080" y="1280160"/>
            <a:ext cx="1645920" cy="16459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</p:spPr>
      </p:sp>
      <p:pic>
        <p:nvPicPr>
          <p:cNvPr id="8" name="Image 0" descr="Ch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6916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17 machines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Live status, one screen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OPERATOR FLOW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live job tracking</a:t>
            </a:r>
            <a:endParaRPr lang="en-US" sz="3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463040"/>
            <a:ext cx="182880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Scan In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Operator enters their Podium ID and the assigned machine is detected.</a:t>
            </a:r>
            <a:endParaRPr lang="en-US" sz="1400" dirty="0"/>
          </a:p>
        </p:txBody>
      </p:sp>
      <p:pic>
        <p:nvPicPr>
          <p:cNvPr id="10" name="Image 1" descr="th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545" y="2743200"/>
            <a:ext cx="274320" cy="274320"/>
          </a:xfrm>
          <a:prstGeom prst="rect">
            <a:avLst/>
          </a:prstGeom>
        </p:spPr>
      </p:pic>
      <p:sp>
        <p:nvSpPr>
          <p:cNvPr id="11" name="Step card 2"/>
          <p:cNvSpPr/>
          <p:nvPr/>
        </p:nvSpPr>
        <p:spPr>
          <a:xfrm>
            <a:off x="2590495" y="1463040"/>
            <a:ext cx="182880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2819095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75" y="1874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70655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819095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 Process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2819095" y="3017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QR scanner opens, the operator selects the process and starts the job.</a:t>
            </a:r>
            <a:endParaRPr lang="en-US" sz="1400" dirty="0"/>
          </a:p>
        </p:txBody>
      </p:sp>
      <p:pic>
        <p:nvPicPr>
          <p:cNvPr id="17" name="Image 3" descr="t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743200"/>
            <a:ext cx="274320" cy="274320"/>
          </a:xfrm>
          <a:prstGeom prst="rect">
            <a:avLst/>
          </a:prstGeom>
        </p:spPr>
      </p:pic>
      <p:sp>
        <p:nvSpPr>
          <p:cNvPr id="18" name="Step card 3"/>
          <p:cNvSpPr/>
          <p:nvPr/>
        </p:nvSpPr>
        <p:spPr>
          <a:xfrm>
            <a:off x="4723790" y="1463040"/>
            <a:ext cx="182880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495239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270" y="18745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0395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495239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Timer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952390" y="3017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Job details show and a running timer tracks the job.</a:t>
            </a:r>
            <a:endParaRPr lang="en-US" sz="1400" dirty="0"/>
          </a:p>
        </p:txBody>
      </p:sp>
      <p:pic>
        <p:nvPicPr>
          <p:cNvPr id="24" name="Image 5" descr="th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8135" y="2743200"/>
            <a:ext cx="274320" cy="274320"/>
          </a:xfrm>
          <a:prstGeom prst="rect">
            <a:avLst/>
          </a:prstGeom>
        </p:spPr>
      </p:pic>
      <p:sp>
        <p:nvSpPr>
          <p:cNvPr id="25" name="Step card 4"/>
          <p:cNvSpPr/>
          <p:nvPr/>
        </p:nvSpPr>
        <p:spPr>
          <a:xfrm>
            <a:off x="6857086" y="1463040"/>
            <a:ext cx="182880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7085686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6" descr="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8566" y="187452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13724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0"/>
          <p:cNvSpPr txBox="1"/>
          <p:nvPr/>
        </p:nvSpPr>
        <p:spPr>
          <a:xfrm>
            <a:off x="7085686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Scan Out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7085686" y="30175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One tap logs the end time and frees the station for the next job.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JOB SCREEN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job carries full context</a:t>
            </a:r>
            <a:endParaRPr lang="en-US" sz="3400" dirty="0"/>
          </a:p>
        </p:txBody>
      </p:sp>
      <p:pic>
        <p:nvPicPr>
          <p:cNvPr id="4" name="Image 0" descr="Live job timer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566160" cy="292777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457200" y="1463040"/>
            <a:ext cx="3566160" cy="2927773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Points"/>
          <p:cNvSpPr txBox="1"/>
          <p:nvPr/>
        </p:nvSpPr>
        <p:spPr>
          <a:xfrm>
            <a:off x="4480560" y="14630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Machine, production order, heat number, grade and FP number fill in the moment the QR is scanned. No manual entry.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Start time and a live timer give supervisors an accurate record of cycle time.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One Scan Out completes the loop and the system is ready for the next casting.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92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SUPERVISOR VIEW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Cell Operations Center</a:t>
            </a:r>
            <a:endParaRPr lang="en-US" sz="3400" dirty="0"/>
          </a:p>
        </p:txBody>
      </p:sp>
      <p:pic>
        <p:nvPicPr>
          <p:cNvPr id="4" name="Image 0" descr="Machine shop operations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120640" cy="280984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A1F17">
                <a:alpha val="22000"/>
              </a:srgbClr>
            </a:outerShdw>
          </a:effectLst>
        </p:spPr>
      </p:pic>
      <p:sp>
        <p:nvSpPr>
          <p:cNvPr id="5" name="Screenshot frame"/>
          <p:cNvSpPr/>
          <p:nvPr/>
        </p:nvSpPr>
        <p:spPr>
          <a:xfrm>
            <a:off x="457200" y="1463040"/>
            <a:ext cx="5120640" cy="2809843"/>
          </a:xfrm>
          <a:prstGeom prst="rect">
            <a:avLst/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59436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162306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37960" y="1463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machine status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17647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All 17 machines show a live, colour-coded status.</a:t>
            </a:r>
            <a:endParaRPr lang="en-US" sz="1400" dirty="0"/>
          </a:p>
        </p:txBody>
      </p:sp>
      <p:sp>
        <p:nvSpPr>
          <p:cNvPr id="10" name="Icon circle"/>
          <p:cNvSpPr/>
          <p:nvPr/>
        </p:nvSpPr>
        <p:spPr>
          <a:xfrm>
            <a:off x="594360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262890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37960" y="2468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Operator accountability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7706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Operator, shift and job tied to each running machine.</a:t>
            </a:r>
            <a:endParaRPr lang="en-US" sz="1400" dirty="0"/>
          </a:p>
        </p:txBody>
      </p:sp>
      <p:sp>
        <p:nvSpPr>
          <p:cNvPr id="14" name="Icon circle"/>
          <p:cNvSpPr/>
          <p:nvPr/>
        </p:nvSpPr>
        <p:spPr>
          <a:xfrm>
            <a:off x="594360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363474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379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Instant escalation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6537960" y="37764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Idle capacity is spotted immediately, not at shift 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in, track live, scan out</a:t>
            </a:r>
            <a:endParaRPr lang="en-US" sz="3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7724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7020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Scan in and out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 scan starts the job and one ends it.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333756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56616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7020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Live dashboard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machine and its status on one screen.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6126480" y="2331720"/>
            <a:ext cx="2560320" cy="192024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55080" y="2560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27020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Full job context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6118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Order, heat, grade and FP number fill in automatically.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 Shop">
  <a:themeElements>
    <a:clrScheme name="Machine Shop">
      <a:dk1>
        <a:srgbClr val="0A1F17"/>
      </a:dk1>
      <a:lt1>
        <a:srgbClr val="FFFFFF"/>
      </a:lt1>
      <a:dk2>
        <a:srgbClr val="123D2D"/>
      </a:dk2>
      <a:lt2>
        <a:srgbClr val="EDF4F0"/>
      </a:lt2>
      <a:accent1>
        <a:srgbClr val="0F9D70"/>
      </a:accent1>
      <a:accent2>
        <a:srgbClr val="34E0A1"/>
      </a:accent2>
      <a:accent3>
        <a:srgbClr val="5E7C6F"/>
      </a:accent3>
      <a:accent4>
        <a:srgbClr val="C9D9D0"/>
      </a:accent4>
      <a:accent5>
        <a:srgbClr val="0B7A56"/>
      </a:accent5>
      <a:accent6>
        <a:srgbClr val="D2362A"/>
      </a:accent6>
      <a:hlink>
        <a:srgbClr val="0F9D70"/>
      </a:hlink>
      <a:folHlink>
        <a:srgbClr val="5E7C6F"/>
      </a:folHlink>
    </a:clrScheme>
    <a:fontScheme name="Machine Sh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Cell Operations Center</dc:title>
  <dc:subject>PptxGenJS Presentation</dc:subject>
  <dc:creator>Santhoshkumar</dc:creator>
  <cp:lastModifiedBy>Santhoshkumar</cp:lastModifiedBy>
  <cp:revision>1</cp:revision>
  <dcterms:created xsi:type="dcterms:W3CDTF">2026-10-20T06:30:06Z</dcterms:created>
  <dcterms:modified xsi:type="dcterms:W3CDTF">2026-10-20T06:30:06Z</dcterms:modified>
</cp:coreProperties>
</file>