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internal web tool that reads purchase order PDFs and books them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before and after: one upload replaces typing PO details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nine stages the user sees on the live progress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screen: drop zone on the left, the agent's stages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file is staged. A single button starts the whole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can watch the agent work through the stages instead of waiting blindly.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 screen: the booking is saved and the work order number is ready to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outcomes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Automated PO Booking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PORTFOLIO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PO Booking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AI-powered purchase order processing and automated registration.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Santhoshkumar  |  IT</a:t>
            </a:r>
            <a:endParaRPr lang="en-US" sz="1400" dirty="0"/>
          </a:p>
        </p:txBody>
      </p:sp>
      <p:sp>
        <p:nvSpPr>
          <p:cNvPr id="6" name="Hero panel"/>
          <p:cNvSpPr/>
          <p:nvPr/>
        </p:nvSpPr>
        <p:spPr>
          <a:xfrm>
            <a:off x="5760720" y="822960"/>
            <a:ext cx="2834640" cy="3474720"/>
          </a:xfrm>
          <a:prstGeom prst="roundRect">
            <a:avLst>
              <a:gd name="adj" fmla="val 8065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Hero circle"/>
          <p:cNvSpPr/>
          <p:nvPr/>
        </p:nvSpPr>
        <p:spPr>
          <a:xfrm>
            <a:off x="6355080" y="1280160"/>
            <a:ext cx="1645920" cy="16459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2"/>
            </a:solidFill>
            <a:prstDash val="solid"/>
          </a:ln>
        </p:spPr>
      </p:sp>
      <p:pic>
        <p:nvPicPr>
          <p:cNvPr id="8" name="Image 0" descr="Robo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691640"/>
            <a:ext cx="822960" cy="8229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9 automated stages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PDF in, booked PO out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Replaces manual PO entry</a:t>
            </a:r>
            <a:endParaRPr lang="en-US" sz="3400" dirty="0"/>
          </a:p>
        </p:txBody>
      </p:sp>
      <p:sp>
        <p:nvSpPr>
          <p:cNvPr id="4" name="Stat panel"/>
          <p:cNvSpPr/>
          <p:nvPr/>
        </p:nvSpPr>
        <p:spPr>
          <a:xfrm>
            <a:off x="457200" y="1463040"/>
            <a:ext cx="2743200" cy="29260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automated stages from upload to saved booking</a:t>
            </a:r>
            <a:endParaRPr lang="en-US" sz="1600" dirty="0"/>
          </a:p>
        </p:txBody>
      </p:sp>
      <p:sp>
        <p:nvSpPr>
          <p:cNvPr id="7" name="Icon circle"/>
          <p:cNvSpPr/>
          <p:nvPr/>
        </p:nvSpPr>
        <p:spPr>
          <a:xfrm>
            <a:off x="365760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7620" y="17145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26280" y="14630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Reads the PDF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1810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The user drops one PDF. One file can contain several purchase orders.</a:t>
            </a:r>
            <a:endParaRPr lang="en-US" sz="1400" dirty="0"/>
          </a:p>
        </p:txBody>
      </p:sp>
      <p:sp>
        <p:nvSpPr>
          <p:cNvPr id="11" name="Icon circle"/>
          <p:cNvSpPr/>
          <p:nvPr/>
        </p:nvSpPr>
        <p:spPr>
          <a:xfrm>
            <a:off x="3657600" y="257860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273862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24871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Checks the data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834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The agent extracts the details, checks the PO number and validates them.</a:t>
            </a:r>
            <a:endParaRPr lang="en-US" sz="1400" dirty="0"/>
          </a:p>
        </p:txBody>
      </p:sp>
      <p:sp>
        <p:nvSpPr>
          <p:cNvPr id="15" name="Icon circle"/>
          <p:cNvSpPr/>
          <p:nvPr/>
        </p:nvSpPr>
        <p:spPr>
          <a:xfrm>
            <a:off x="3657600" y="360273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620" y="376275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26280" y="351129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Books the order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526280" y="38587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work order number is generated and the booking is saved.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stages, one upload</a:t>
            </a:r>
            <a:endParaRPr lang="en-US" sz="3400" dirty="0"/>
          </a:p>
        </p:txBody>
      </p:sp>
      <p:sp>
        <p:nvSpPr>
          <p:cNvPr id="4" name="Stage card 1"/>
          <p:cNvSpPr/>
          <p:nvPr/>
        </p:nvSpPr>
        <p:spPr>
          <a:xfrm>
            <a:off x="457200" y="141732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594360" y="160020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732788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1527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 PDF uploaded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61872" y="18105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File accepted, PDF only, up to 10 MB</a:t>
            </a:r>
            <a:endParaRPr lang="en-US" sz="1100" dirty="0"/>
          </a:p>
        </p:txBody>
      </p:sp>
      <p:sp>
        <p:nvSpPr>
          <p:cNvPr id="9" name="Stage card 2"/>
          <p:cNvSpPr/>
          <p:nvPr/>
        </p:nvSpPr>
        <p:spPr>
          <a:xfrm>
            <a:off x="3268980" y="141732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3406140" y="160020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732788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73652" y="1527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 Reading document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073652" y="18105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The agent reads the PO content</a:t>
            </a:r>
            <a:endParaRPr lang="en-US" sz="1100" dirty="0"/>
          </a:p>
        </p:txBody>
      </p:sp>
      <p:sp>
        <p:nvSpPr>
          <p:cNvPr id="14" name="Stage card 3"/>
          <p:cNvSpPr/>
          <p:nvPr/>
        </p:nvSpPr>
        <p:spPr>
          <a:xfrm>
            <a:off x="6080760" y="141732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217920" y="160020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08" y="173278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85432" y="1527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 Extracting details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885432" y="18105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Key PO fields are pulled out</a:t>
            </a:r>
            <a:endParaRPr lang="en-US" sz="1100" dirty="0"/>
          </a:p>
        </p:txBody>
      </p:sp>
      <p:sp>
        <p:nvSpPr>
          <p:cNvPr id="19" name="Stage card 4"/>
          <p:cNvSpPr/>
          <p:nvPr/>
        </p:nvSpPr>
        <p:spPr>
          <a:xfrm>
            <a:off x="457200" y="246888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594360" y="265176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2784348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61872" y="2578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  Generating WO number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261872" y="2862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 new work order number is assigned</a:t>
            </a:r>
            <a:endParaRPr lang="en-US" sz="1100" dirty="0"/>
          </a:p>
        </p:txBody>
      </p:sp>
      <p:sp>
        <p:nvSpPr>
          <p:cNvPr id="24" name="Stage card 5"/>
          <p:cNvSpPr/>
          <p:nvPr/>
        </p:nvSpPr>
        <p:spPr>
          <a:xfrm>
            <a:off x="3268980" y="246888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25" name="Icon circle"/>
          <p:cNvSpPr/>
          <p:nvPr/>
        </p:nvSpPr>
        <p:spPr>
          <a:xfrm>
            <a:off x="3406140" y="265176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2784348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73652" y="2578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  Checking PO number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073652" y="2862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PO number checked before booking</a:t>
            </a:r>
            <a:endParaRPr lang="en-US" sz="1100" dirty="0"/>
          </a:p>
        </p:txBody>
      </p:sp>
      <p:sp>
        <p:nvSpPr>
          <p:cNvPr id="29" name="Stage card 6"/>
          <p:cNvSpPr/>
          <p:nvPr/>
        </p:nvSpPr>
        <p:spPr>
          <a:xfrm>
            <a:off x="6080760" y="246888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30" name="Icon circle"/>
          <p:cNvSpPr/>
          <p:nvPr/>
        </p:nvSpPr>
        <p:spPr>
          <a:xfrm>
            <a:off x="6217920" y="265176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508" y="2784348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85432" y="2578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  Validating information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885432" y="2862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Extracted data is validated</a:t>
            </a:r>
            <a:endParaRPr lang="en-US" sz="1100" dirty="0"/>
          </a:p>
        </p:txBody>
      </p:sp>
      <p:sp>
        <p:nvSpPr>
          <p:cNvPr id="34" name="Stage card 7"/>
          <p:cNvSpPr/>
          <p:nvPr/>
        </p:nvSpPr>
        <p:spPr>
          <a:xfrm>
            <a:off x="457200" y="352044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35" name="Icon circle"/>
          <p:cNvSpPr/>
          <p:nvPr/>
        </p:nvSpPr>
        <p:spPr>
          <a:xfrm>
            <a:off x="594360" y="370332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6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" y="3835908"/>
            <a:ext cx="265176" cy="26517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61872" y="3630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  Finding customer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1261872" y="3913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Customer matched to the record</a:t>
            </a:r>
            <a:endParaRPr lang="en-US" sz="1100" dirty="0"/>
          </a:p>
        </p:txBody>
      </p:sp>
      <p:sp>
        <p:nvSpPr>
          <p:cNvPr id="39" name="Stage card 8"/>
          <p:cNvSpPr/>
          <p:nvPr/>
        </p:nvSpPr>
        <p:spPr>
          <a:xfrm>
            <a:off x="3268980" y="352044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40" name="Icon circle"/>
          <p:cNvSpPr/>
          <p:nvPr/>
        </p:nvSpPr>
        <p:spPr>
          <a:xfrm>
            <a:off x="3406140" y="370332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7" descr="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8728" y="3835908"/>
            <a:ext cx="265176" cy="26517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4073652" y="3630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  Saving</a:t>
            </a:r>
            <a:endParaRPr lang="en-US" sz="1400" dirty="0"/>
          </a:p>
        </p:txBody>
      </p:sp>
      <p:sp>
        <p:nvSpPr>
          <p:cNvPr id="43" name="Text 33"/>
          <p:cNvSpPr txBox="1"/>
          <p:nvPr/>
        </p:nvSpPr>
        <p:spPr>
          <a:xfrm>
            <a:off x="4073652" y="3913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Booking saved to the database</a:t>
            </a:r>
            <a:endParaRPr lang="en-US" sz="1100" dirty="0"/>
          </a:p>
        </p:txBody>
      </p:sp>
      <p:sp>
        <p:nvSpPr>
          <p:cNvPr id="44" name="Stage card 9"/>
          <p:cNvSpPr/>
          <p:nvPr/>
        </p:nvSpPr>
        <p:spPr>
          <a:xfrm>
            <a:off x="6080760" y="352044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45" name="Icon circle"/>
          <p:cNvSpPr/>
          <p:nvPr/>
        </p:nvSpPr>
        <p:spPr>
          <a:xfrm>
            <a:off x="6217920" y="370332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Image 8" descr="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0508" y="3835908"/>
            <a:ext cx="265176" cy="26517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6885432" y="3630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9  Uploading PDF</a:t>
            </a:r>
            <a:endParaRPr lang="en-US" sz="1400" dirty="0"/>
          </a:p>
        </p:txBody>
      </p:sp>
      <p:sp>
        <p:nvSpPr>
          <p:cNvPr id="48" name="Text 37"/>
          <p:cNvSpPr txBox="1"/>
          <p:nvPr/>
        </p:nvSpPr>
        <p:spPr>
          <a:xfrm>
            <a:off x="6885432" y="3913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Source PDF stored with the booking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1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the PO</a:t>
            </a:r>
            <a:endParaRPr lang="en-US" sz="34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4630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Drop the PDF or browse for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PDF only, up to 10 MB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One file can contain several POs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The PDF is read in the browser</a:t>
            </a:r>
            <a:endParaRPr lang="en-US" sz="1500" dirty="0"/>
          </a:p>
        </p:txBody>
      </p:sp>
      <p:pic>
        <p:nvPicPr>
          <p:cNvPr id="5" name="Image 0" descr="Upload the PO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627234"/>
            <a:ext cx="4937760" cy="2597691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1F17">
                <a:alpha val="25000"/>
              </a:srgbClr>
            </a:outerShdw>
          </a:effectLst>
        </p:spPr>
      </p:pic>
      <p:sp>
        <p:nvSpPr>
          <p:cNvPr id="6" name="Screenshot frame"/>
          <p:cNvSpPr/>
          <p:nvPr/>
        </p:nvSpPr>
        <p:spPr>
          <a:xfrm>
            <a:off x="3749040" y="1627234"/>
            <a:ext cx="4937760" cy="2597691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2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process</a:t>
            </a:r>
            <a:endParaRPr lang="en-US" sz="34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4630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File name and size are confirmed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Remove the file if it is the wrong one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One action starts the run: Analyze and register PO</a:t>
            </a:r>
            <a:endParaRPr lang="en-US" sz="1500" dirty="0"/>
          </a:p>
        </p:txBody>
      </p:sp>
      <p:pic>
        <p:nvPicPr>
          <p:cNvPr id="5" name="Image 0" descr="Ready to process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463040"/>
            <a:ext cx="4937760" cy="2990639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1F17">
                <a:alpha val="25000"/>
              </a:srgbClr>
            </a:outerShdw>
          </a:effectLst>
        </p:spPr>
      </p:pic>
      <p:sp>
        <p:nvSpPr>
          <p:cNvPr id="6" name="Screenshot frame"/>
          <p:cNvSpPr/>
          <p:nvPr/>
        </p:nvSpPr>
        <p:spPr>
          <a:xfrm>
            <a:off x="3749040" y="1463040"/>
            <a:ext cx="4937760" cy="2990639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3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progress</a:t>
            </a:r>
            <a:endParaRPr lang="en-US" sz="34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4630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Progress bar shows the percentage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Stage tracker ticks off each step as it finishes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Current file name stays visible</a:t>
            </a:r>
            <a:endParaRPr lang="en-US" sz="1500" dirty="0"/>
          </a:p>
        </p:txBody>
      </p:sp>
      <p:pic>
        <p:nvPicPr>
          <p:cNvPr id="5" name="Image 0" descr="Live progress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490472"/>
            <a:ext cx="4937760" cy="287121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1F17">
                <a:alpha val="25000"/>
              </a:srgbClr>
            </a:outerShdw>
          </a:effectLst>
        </p:spPr>
      </p:pic>
      <p:sp>
        <p:nvSpPr>
          <p:cNvPr id="6" name="Screenshot frame"/>
          <p:cNvSpPr/>
          <p:nvPr/>
        </p:nvSpPr>
        <p:spPr>
          <a:xfrm>
            <a:off x="3749040" y="1490472"/>
            <a:ext cx="4937760" cy="2871216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4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Booked and numbered</a:t>
            </a:r>
            <a:endParaRPr lang="en-US" sz="34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4630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Confirmation: PO booked successfully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Each PO is listed and marked Validated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Work order number shown prominently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Customer matched, then Book another PO</a:t>
            </a:r>
            <a:endParaRPr lang="en-US" sz="1500" dirty="0"/>
          </a:p>
        </p:txBody>
      </p:sp>
      <p:pic>
        <p:nvPicPr>
          <p:cNvPr id="5" name="Image 0" descr="Booked and numbered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911264"/>
            <a:ext cx="4937760" cy="2029631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1F17">
                <a:alpha val="25000"/>
              </a:srgbClr>
            </a:outerShdw>
          </a:effectLst>
        </p:spPr>
      </p:pic>
      <p:sp>
        <p:nvSpPr>
          <p:cNvPr id="6" name="Screenshot frame"/>
          <p:cNvSpPr/>
          <p:nvPr/>
        </p:nvSpPr>
        <p:spPr>
          <a:xfrm>
            <a:off x="3749040" y="1911264"/>
            <a:ext cx="4937760" cy="2029631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PDF to saved booking in one run</a:t>
            </a:r>
            <a:endParaRPr lang="en-US" sz="3600" dirty="0"/>
          </a:p>
        </p:txBody>
      </p:sp>
      <p:sp>
        <p:nvSpPr>
          <p:cNvPr id="4" name="Summary card 1"/>
          <p:cNvSpPr/>
          <p:nvPr/>
        </p:nvSpPr>
        <p:spPr>
          <a:xfrm>
            <a:off x="54864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77724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7020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Faster entry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One upload replaces typing PO details by hand.</a:t>
            </a:r>
            <a:endParaRPr lang="en-US" sz="1400" dirty="0"/>
          </a:p>
        </p:txBody>
      </p:sp>
      <p:sp>
        <p:nvSpPr>
          <p:cNvPr id="9" name="Summary card 2"/>
          <p:cNvSpPr/>
          <p:nvPr/>
        </p:nvSpPr>
        <p:spPr>
          <a:xfrm>
            <a:off x="333756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356616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27020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Checked data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PO number and information are validated before saving.</a:t>
            </a:r>
            <a:endParaRPr lang="en-US" sz="1400" dirty="0"/>
          </a:p>
        </p:txBody>
      </p:sp>
      <p:sp>
        <p:nvSpPr>
          <p:cNvPr id="14" name="Summary card 3"/>
          <p:cNvSpPr/>
          <p:nvPr/>
        </p:nvSpPr>
        <p:spPr>
          <a:xfrm>
            <a:off x="612648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35508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2" y="27020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Ready to use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work order number is generated and stored with the PDF.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 Booking">
  <a:themeElements>
    <a:clrScheme name="PO Booking">
      <a:dk1>
        <a:srgbClr val="0A1F17"/>
      </a:dk1>
      <a:lt1>
        <a:srgbClr val="FFFFFF"/>
      </a:lt1>
      <a:dk2>
        <a:srgbClr val="123D2D"/>
      </a:dk2>
      <a:lt2>
        <a:srgbClr val="EDF4F0"/>
      </a:lt2>
      <a:accent1>
        <a:srgbClr val="0F9D70"/>
      </a:accent1>
      <a:accent2>
        <a:srgbClr val="34E0A1"/>
      </a:accent2>
      <a:accent3>
        <a:srgbClr val="5E7C6F"/>
      </a:accent3>
      <a:accent4>
        <a:srgbClr val="C9D9D0"/>
      </a:accent4>
      <a:accent5>
        <a:srgbClr val="0B7A56"/>
      </a:accent5>
      <a:accent6>
        <a:srgbClr val="D2362A"/>
      </a:accent6>
      <a:hlink>
        <a:srgbClr val="0F9D70"/>
      </a:hlink>
      <a:folHlink>
        <a:srgbClr val="5E7C6F"/>
      </a:folHlink>
    </a:clrScheme>
    <a:fontScheme name="PO Book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PO Booking</dc:title>
  <dc:subject>PptxGenJS Presentation</dc:subject>
  <dc:creator>Santhoshkumar</dc:creator>
  <cp:lastModifiedBy>Santhoshkumar</cp:lastModifiedBy>
  <cp:revision>1</cp:revision>
  <dcterms:created xsi:type="dcterms:W3CDTF">2026-10-20T06:19:58Z</dcterms:created>
  <dcterms:modified xsi:type="dcterms:W3CDTF">2026-10-20T06:19:58Z</dcterms:modified>
</cp:coreProperties>
</file>