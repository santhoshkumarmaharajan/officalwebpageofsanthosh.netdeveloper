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264410"/>
            <a:ext cx="105664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7000" dirty="0">
                <a:solidFill>
                  <a:srgbClr val="F2F4F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7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4436110"/>
            <a:ext cx="10566400" cy="160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264410"/>
            <a:ext cx="105664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7000" dirty="0">
                <a:solidFill>
                  <a:srgbClr val="F2F4F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7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4436110"/>
            <a:ext cx="10566400" cy="160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5222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81229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F5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· DIGITALIZATION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264410"/>
            <a:ext cx="10883392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000" b="1" i="0" dirty="0">
                <a:solidFill>
                  <a:srgbClr val="F2F4F7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MPI Document Automation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812800" y="4334510"/>
            <a:ext cx="7848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8C0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digital-first approach to accurate and traceable Magnetic Particle Inspection.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23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Inspection data captured on mobile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5"/>
            <a:ext cx="2280761" cy="4200525"/>
          </a:xfrm>
          <a:prstGeom prst="roundRect">
            <a:avLst>
              <a:gd name="adj" fmla="val 4315"/>
            </a:avLst>
          </a:prstGeom>
          <a:solidFill>
            <a:srgbClr val="FFFFFF"/>
          </a:solidFill>
          <a:ln w="6350">
            <a:solidFill>
              <a:srgbClr val="DF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5680" y="1696720"/>
            <a:ext cx="19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41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95680" y="2034540"/>
            <a:ext cx="209788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&amp; select type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95680" y="2367280"/>
            <a:ext cx="1905000" cy="2413000"/>
          </a:xfrm>
          <a:prstGeom prst="roundRect">
            <a:avLst>
              <a:gd name="adj" fmla="val 2667"/>
            </a:avLst>
          </a:prstGeom>
          <a:solidFill>
            <a:srgbClr val="EEF0F4"/>
          </a:solidFill>
          <a:ln/>
        </p:spPr>
      </p:sp>
      <p:pic>
        <p:nvPicPr>
          <p:cNvPr id="7" name="Image 0" descr="Login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053" y="2367280"/>
            <a:ext cx="1828255" cy="2413000"/>
          </a:xfrm>
          <a:custGeom>
            <a:avLst/>
            <a:gdLst/>
            <a:ahLst/>
            <a:cxnLst/>
            <a:rect l="l" t="t" r="r" b="b"/>
            <a:pathLst>
              <a:path w="1828255" h="2413000">
                <a:moveTo>
                  <a:pt x="0" y="1544"/>
                </a:moveTo>
                <a:arcTo wR="50800" hR="50800" stAng="15350395" swAng="849605"/>
                <a:lnTo>
                  <a:pt x="1815827" y="0"/>
                </a:lnTo>
                <a:arcTo wR="50800" hR="50800" stAng="16200000" swAng="849605"/>
                <a:lnTo>
                  <a:pt x="1828255" y="2411456"/>
                </a:lnTo>
                <a:arcTo wR="50800" hR="50800" stAng="4550395" swAng="849605"/>
                <a:lnTo>
                  <a:pt x="12427" y="2413000"/>
                </a:lnTo>
                <a:arcTo wR="50800" hR="50800" stAng="5400000" swAng="849605"/>
                <a:close/>
              </a:path>
            </a:pathLst>
          </a:custGeom>
        </p:spPr>
      </p:pic>
      <p:sp>
        <p:nvSpPr>
          <p:cNvPr id="8" name="Text 5"/>
          <p:cNvSpPr/>
          <p:nvPr/>
        </p:nvSpPr>
        <p:spPr>
          <a:xfrm>
            <a:off x="995680" y="4869180"/>
            <a:ext cx="19789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3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in and select the required MPI process.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55486" y="1517015"/>
            <a:ext cx="2280841" cy="4200525"/>
          </a:xfrm>
          <a:prstGeom prst="roundRect">
            <a:avLst>
              <a:gd name="adj" fmla="val 4315"/>
            </a:avLst>
          </a:prstGeom>
          <a:solidFill>
            <a:srgbClr val="FFFFFF"/>
          </a:solidFill>
          <a:ln w="6350">
            <a:solidFill>
              <a:srgbClr val="DF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35191" y="1696720"/>
            <a:ext cx="1979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41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435191" y="2034540"/>
            <a:ext cx="197907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inspection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435191" y="2367280"/>
            <a:ext cx="1905000" cy="2413000"/>
          </a:xfrm>
          <a:prstGeom prst="roundRect">
            <a:avLst>
              <a:gd name="adj" fmla="val 2667"/>
            </a:avLst>
          </a:prstGeom>
          <a:solidFill>
            <a:srgbClr val="EEF0F4"/>
          </a:solidFill>
          <a:ln/>
        </p:spPr>
      </p:sp>
      <p:pic>
        <p:nvPicPr>
          <p:cNvPr id="13" name="Image 1" descr="Inspection type sele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839" y="2367280"/>
            <a:ext cx="1599705" cy="2413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35191" y="4869180"/>
            <a:ext cx="1979074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3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inspection type and stage.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95077" y="1517015"/>
            <a:ext cx="3241437" cy="4200525"/>
          </a:xfrm>
          <a:prstGeom prst="roundRect">
            <a:avLst>
              <a:gd name="adj" fmla="val 3036"/>
            </a:avLst>
          </a:prstGeom>
          <a:solidFill>
            <a:srgbClr val="FFFFFF"/>
          </a:solidFill>
          <a:ln w="6350">
            <a:solidFill>
              <a:srgbClr val="DFE3E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74782" y="1696720"/>
            <a:ext cx="296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41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874782" y="2034540"/>
            <a:ext cx="296848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inspection details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874782" y="2367280"/>
            <a:ext cx="3048000" cy="2413000"/>
          </a:xfrm>
          <a:prstGeom prst="roundRect">
            <a:avLst>
              <a:gd name="adj" fmla="val 2105"/>
            </a:avLst>
          </a:prstGeom>
          <a:solidFill>
            <a:srgbClr val="EEF0F4"/>
          </a:solidFill>
          <a:ln/>
        </p:spPr>
      </p:sp>
      <p:pic>
        <p:nvPicPr>
          <p:cNvPr id="19" name="Image 2" descr="Inspection details for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782" y="2454780"/>
            <a:ext cx="3048000" cy="22380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74782" y="4869180"/>
            <a:ext cx="2968488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3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measurement and process details, then submit.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095264" y="1517015"/>
            <a:ext cx="2280761" cy="4200525"/>
          </a:xfrm>
          <a:prstGeom prst="roundRect">
            <a:avLst>
              <a:gd name="adj" fmla="val 4315"/>
            </a:avLst>
          </a:prstGeom>
          <a:solidFill>
            <a:srgbClr val="FFFFFF"/>
          </a:solidFill>
          <a:ln w="6350">
            <a:solidFill>
              <a:srgbClr val="DFE3E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274969" y="1696720"/>
            <a:ext cx="19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41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9274969" y="2034540"/>
            <a:ext cx="197899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image</a:t>
            </a:r>
            <a:endParaRPr lang="en-US" sz="1600" dirty="0"/>
          </a:p>
        </p:txBody>
      </p:sp>
      <p:pic>
        <p:nvPicPr>
          <p:cNvPr id="24" name="Image 3" descr="Capturing casting photo">    </p:cNvPr>
          <p:cNvPicPr>
            <a:picLocks noChangeAspect="1"/>
          </p:cNvPicPr>
          <p:nvPr/>
        </p:nvPicPr>
        <p:blipFill>
          <a:blip r:embed="rId4"/>
          <a:srcRect l="0" r="0" t="5919" b="5919"/>
          <a:stretch/>
        </p:blipFill>
        <p:spPr>
          <a:xfrm>
            <a:off x="9274969" y="2367280"/>
            <a:ext cx="1905000" cy="2413000"/>
          </a:xfrm>
          <a:prstGeom prst="roundRect">
            <a:avLst>
              <a:gd name="adj" fmla="val 2667"/>
            </a:avLst>
          </a:prstGeom>
        </p:spPr>
      </p:pic>
      <p:sp>
        <p:nvSpPr>
          <p:cNvPr id="25" name="Text 19"/>
          <p:cNvSpPr/>
          <p:nvPr/>
        </p:nvSpPr>
        <p:spPr>
          <a:xfrm>
            <a:off x="9274969" y="4869180"/>
            <a:ext cx="19789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3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casting photo(s) at the inspection point.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12800" y="6238241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Document Automation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0693400" y="6238241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F4F7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What the digital workflow delivers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4222750"/>
            <a:ext cx="3386614" cy="1619250"/>
          </a:xfrm>
          <a:prstGeom prst="roundRect">
            <a:avLst>
              <a:gd name="adj" fmla="val 4706"/>
            </a:avLst>
          </a:prstGeom>
          <a:solidFill>
            <a:srgbClr val="182234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4222750"/>
            <a:ext cx="3386614" cy="1619250"/>
          </a:xfrm>
          <a:custGeom>
            <a:avLst/>
            <a:gdLst/>
            <a:ahLst/>
            <a:cxnLst/>
            <a:rect l="l" t="t" r="r" b="b"/>
            <a:pathLst>
              <a:path w="3386614" h="161925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14" y="0"/>
                </a:lnTo>
                <a:arcTo hR="76200" wR="76200" stAng="16200000" swAng="5400000"/>
                <a:lnTo>
                  <a:pt x="3386614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E5222D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4552950"/>
            <a:ext cx="286032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documentation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7600" y="4984750"/>
            <a:ext cx="286032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B8C0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manual paperwork and faster reporting.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2614" y="4222750"/>
            <a:ext cx="3386693" cy="1619250"/>
          </a:xfrm>
          <a:prstGeom prst="roundRect">
            <a:avLst>
              <a:gd name="adj" fmla="val 4706"/>
            </a:avLst>
          </a:prstGeom>
          <a:solidFill>
            <a:srgbClr val="182234"/>
          </a:solidFill>
          <a:ln/>
        </p:spPr>
      </p:sp>
      <p:sp>
        <p:nvSpPr>
          <p:cNvPr id="8" name="Shape 6"/>
          <p:cNvSpPr/>
          <p:nvPr/>
        </p:nvSpPr>
        <p:spPr>
          <a:xfrm>
            <a:off x="4402614" y="4222750"/>
            <a:ext cx="3386693" cy="1619250"/>
          </a:xfrm>
          <a:custGeom>
            <a:avLst/>
            <a:gdLst/>
            <a:ahLst/>
            <a:cxnLst/>
            <a:rect l="l" t="t" r="r" b="b"/>
            <a:pathLst>
              <a:path w="3386693" h="161925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93" y="0"/>
                </a:lnTo>
                <a:arcTo hR="76200" wR="76200" stAng="16200000" swAng="5400000"/>
                <a:lnTo>
                  <a:pt x="3386693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E5222D"/>
          </a:solidFill>
          <a:ln/>
        </p:spPr>
      </p:sp>
      <p:sp>
        <p:nvSpPr>
          <p:cNvPr id="9" name="Text 7"/>
          <p:cNvSpPr/>
          <p:nvPr/>
        </p:nvSpPr>
        <p:spPr>
          <a:xfrm>
            <a:off x="4707414" y="4552950"/>
            <a:ext cx="28604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&amp; traceable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07414" y="4984750"/>
            <a:ext cx="2860406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B8C0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 evidence helps locate defects precisely.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2507" y="4222750"/>
            <a:ext cx="3386693" cy="1619250"/>
          </a:xfrm>
          <a:prstGeom prst="roundRect">
            <a:avLst>
              <a:gd name="adj" fmla="val 4706"/>
            </a:avLst>
          </a:prstGeom>
          <a:solidFill>
            <a:srgbClr val="182234"/>
          </a:solidFill>
          <a:ln/>
        </p:spPr>
      </p:sp>
      <p:sp>
        <p:nvSpPr>
          <p:cNvPr id="12" name="Shape 10"/>
          <p:cNvSpPr/>
          <p:nvPr/>
        </p:nvSpPr>
        <p:spPr>
          <a:xfrm>
            <a:off x="7992507" y="4222750"/>
            <a:ext cx="3386693" cy="1619250"/>
          </a:xfrm>
          <a:custGeom>
            <a:avLst/>
            <a:gdLst/>
            <a:ahLst/>
            <a:cxnLst/>
            <a:rect l="l" t="t" r="r" b="b"/>
            <a:pathLst>
              <a:path w="3386693" h="161925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93" y="0"/>
                </a:lnTo>
                <a:arcTo hR="76200" wR="76200" stAng="16200000" swAng="5400000"/>
                <a:lnTo>
                  <a:pt x="3386693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E5222D"/>
          </a:solidFill>
          <a:ln/>
        </p:spPr>
      </p:sp>
      <p:sp>
        <p:nvSpPr>
          <p:cNvPr id="13" name="Text 11"/>
          <p:cNvSpPr/>
          <p:nvPr/>
        </p:nvSpPr>
        <p:spPr>
          <a:xfrm>
            <a:off x="8297307" y="4552950"/>
            <a:ext cx="28604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automation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97307" y="4984750"/>
            <a:ext cx="2860406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B8C0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data supports consolidated documentation.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1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Document Automation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93400" y="6238241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PI Document Automation">
  <a:themeElements>
    <a:clrScheme name="MPI Document Automation">
      <a:dk1>
        <a:srgbClr val="0F1623"/>
      </a:dk1>
      <a:lt1>
        <a:srgbClr val="F2F4F7"/>
      </a:lt1>
      <a:dk2>
        <a:srgbClr val="262C38"/>
      </a:dk2>
      <a:lt2>
        <a:srgbClr val="B9BDC2"/>
      </a:lt2>
      <a:accent1>
        <a:srgbClr val="C41A24"/>
      </a:accent1>
      <a:accent2>
        <a:srgbClr val="E5222D"/>
      </a:accent2>
      <a:accent3>
        <a:srgbClr val="FF5A63"/>
      </a:accent3>
      <a:accent4>
        <a:srgbClr val="B8C0CC"/>
      </a:accent4>
      <a:accent5>
        <a:srgbClr val="4A5365"/>
      </a:accent5>
      <a:accent6>
        <a:srgbClr val="6A7384"/>
      </a:accent6>
      <a:hlink>
        <a:srgbClr val="0563C1"/>
      </a:hlink>
      <a:folHlink>
        <a:srgbClr val="954F72"/>
      </a:folHlink>
    </a:clrScheme>
    <a:fontScheme name="MPI Document Automation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MPI Document Automation</dc:title>
  <dc:subject/>
  <dc:creator/>
  <cp:lastModifiedBy/>
  <cp:revision>1</cp:revision>
  <dcterms:created xsi:type="dcterms:W3CDTF">2026-10-20T06:58:00Z</dcterms:created>
  <dcterms:modified xsi:type="dcterms:W3CDTF">2026-10-20T06:58:00Z</dcterms:modified>
</cp:coreProperties>
</file>