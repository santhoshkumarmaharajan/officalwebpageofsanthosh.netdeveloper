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StageWise Product Image: staff take photos at each production stage on a phone, and the photos are saved as a PDF that anyone can search and open in the FMS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login, capture, save as PDF, view in FMS.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screen on the left, the capture screen with the camera lens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the production order, confirm the FP number and grade, choose the process stage, take photos and save them as one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saving, the confirmation appears. The PDF is then available from the StageWise - Product Image menu in the FMS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the saved PDFs by FP number, grade, process or production order. Matching records list as you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Selecting a record opens the saved product image as a PDF, first as a preview, then in the full PDF 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StageWise Product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PORTFOLIO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StageWise Product Image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Upload product photos from the shop floor and view them in the FMS web app.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Santhoshkumar  |  IT</a:t>
            </a:r>
            <a:endParaRPr lang="en-US" sz="1400" dirty="0"/>
          </a:p>
        </p:txBody>
      </p:sp>
      <p:sp>
        <p:nvSpPr>
          <p:cNvPr id="6" name="Hero panel"/>
          <p:cNvSpPr/>
          <p:nvPr/>
        </p:nvSpPr>
        <p:spPr>
          <a:xfrm>
            <a:off x="5760720" y="822960"/>
            <a:ext cx="2834640" cy="3474720"/>
          </a:xfrm>
          <a:prstGeom prst="roundRect">
            <a:avLst>
              <a:gd name="adj" fmla="val 806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Hero circle"/>
          <p:cNvSpPr/>
          <p:nvPr/>
        </p:nvSpPr>
        <p:spPr>
          <a:xfrm>
            <a:off x="6355080" y="1280160"/>
            <a:ext cx="1645920" cy="16459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</p:spPr>
      </p:sp>
      <p:pic>
        <p:nvPicPr>
          <p:cNvPr id="8" name="Image 0" descr="Camer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Capture. Save. Search.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Mobile photo to PDF in FMS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phone camera to FMS</a:t>
            </a:r>
            <a:endParaRPr lang="en-US" sz="3400" dirty="0"/>
          </a:p>
        </p:txBody>
      </p:sp>
      <p:sp>
        <p:nvSpPr>
          <p:cNvPr id="4" name="Flow card 1"/>
          <p:cNvSpPr/>
          <p:nvPr/>
        </p:nvSpPr>
        <p:spPr>
          <a:xfrm>
            <a:off x="457200" y="146304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Sign in on the mobile web app.</a:t>
            </a:r>
            <a:endParaRPr lang="en-US" sz="1400" dirty="0"/>
          </a:p>
        </p:txBody>
      </p:sp>
      <p:pic>
        <p:nvPicPr>
          <p:cNvPr id="9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545" y="2743200"/>
            <a:ext cx="274320" cy="274320"/>
          </a:xfrm>
          <a:prstGeom prst="rect">
            <a:avLst/>
          </a:prstGeom>
        </p:spPr>
      </p:pic>
      <p:sp>
        <p:nvSpPr>
          <p:cNvPr id="10" name="Flow card 2"/>
          <p:cNvSpPr/>
          <p:nvPr/>
        </p:nvSpPr>
        <p:spPr>
          <a:xfrm>
            <a:off x="2590495" y="146304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2819095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75" y="1874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19095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819095" y="30175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 the job, pick the process, take photos.</a:t>
            </a:r>
            <a:endParaRPr lang="en-US" sz="1400" dirty="0"/>
          </a:p>
        </p:txBody>
      </p:sp>
      <p:pic>
        <p:nvPicPr>
          <p:cNvPr id="15" name="Image 3" descr="t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743200"/>
            <a:ext cx="274320" cy="274320"/>
          </a:xfrm>
          <a:prstGeom prst="rect">
            <a:avLst/>
          </a:prstGeom>
        </p:spPr>
      </p:pic>
      <p:sp>
        <p:nvSpPr>
          <p:cNvPr id="16" name="Flow card 3"/>
          <p:cNvSpPr/>
          <p:nvPr/>
        </p:nvSpPr>
        <p:spPr>
          <a:xfrm>
            <a:off x="4723790" y="146304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495239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70" y="18745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95239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Save as PDF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4952390" y="30175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Photos are merged into one PDF and saved to the server.</a:t>
            </a:r>
            <a:endParaRPr lang="en-US" sz="1400" dirty="0"/>
          </a:p>
        </p:txBody>
      </p:sp>
      <p:pic>
        <p:nvPicPr>
          <p:cNvPr id="21" name="Image 5" descr="th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135" y="2743200"/>
            <a:ext cx="274320" cy="274320"/>
          </a:xfrm>
          <a:prstGeom prst="rect">
            <a:avLst/>
          </a:prstGeom>
        </p:spPr>
      </p:pic>
      <p:sp>
        <p:nvSpPr>
          <p:cNvPr id="22" name="Flow card 4"/>
          <p:cNvSpPr/>
          <p:nvPr/>
        </p:nvSpPr>
        <p:spPr>
          <a:xfrm>
            <a:off x="6857086" y="1463040"/>
            <a:ext cx="1828800" cy="28346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7085686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8566" y="187452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085686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 in FMS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7085686" y="30175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Open the FMS web app and search for the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1  |  LOGIN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and open the camera</a:t>
            </a:r>
            <a:endParaRPr lang="en-US" sz="34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4630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Sign in with username and password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job screen opens with the signed-in user shown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Tap the lens to open the camera</a:t>
            </a:r>
            <a:endParaRPr lang="en-US" sz="1500" dirty="0"/>
          </a:p>
        </p:txBody>
      </p:sp>
      <p:pic>
        <p:nvPicPr>
          <p:cNvPr id="5" name="Image 0" descr="Log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17320"/>
            <a:ext cx="2327117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3657600" y="1417320"/>
            <a:ext cx="2327117" cy="27432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pic>
        <p:nvPicPr>
          <p:cNvPr id="7" name="Image 1" descr="Job details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17" y="1417320"/>
            <a:ext cx="1464197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8" name="Screenshot frame"/>
          <p:cNvSpPr/>
          <p:nvPr/>
        </p:nvSpPr>
        <p:spPr>
          <a:xfrm>
            <a:off x="6441917" y="1417320"/>
            <a:ext cx="1464197" cy="27432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4251960"/>
            <a:ext cx="23271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41917" y="4251960"/>
            <a:ext cx="14641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 camera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2  |  CAPTURE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Job, process, photos</a:t>
            </a:r>
            <a:endParaRPr lang="en-US" sz="3400" dirty="0"/>
          </a:p>
        </p:txBody>
      </p:sp>
      <p:sp>
        <p:nvSpPr>
          <p:cNvPr id="4" name="Panel 1"/>
          <p:cNvSpPr/>
          <p:nvPr/>
        </p:nvSpPr>
        <p:spPr>
          <a:xfrm>
            <a:off x="457200" y="1371600"/>
            <a:ext cx="2606040" cy="324612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pic>
        <p:nvPicPr>
          <p:cNvPr id="5" name="Image 0" descr="1  Check FP no. and gr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311" y="1508760"/>
            <a:ext cx="1305818" cy="2514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6" name="Screenshot frame"/>
          <p:cNvSpPr/>
          <p:nvPr/>
        </p:nvSpPr>
        <p:spPr>
          <a:xfrm>
            <a:off x="1107311" y="1508760"/>
            <a:ext cx="1305818" cy="25146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Check FP no. and grade</a:t>
            </a:r>
            <a:endParaRPr lang="en-US" sz="1400" dirty="0"/>
          </a:p>
        </p:txBody>
      </p:sp>
      <p:sp>
        <p:nvSpPr>
          <p:cNvPr id="8" name="Panel 2"/>
          <p:cNvSpPr/>
          <p:nvPr/>
        </p:nvSpPr>
        <p:spPr>
          <a:xfrm>
            <a:off x="3268980" y="1371600"/>
            <a:ext cx="2606040" cy="324612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pic>
        <p:nvPicPr>
          <p:cNvPr id="9" name="Image 1" descr="2  Select proc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162" y="1508760"/>
            <a:ext cx="1289677" cy="2514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10" name="Screenshot frame"/>
          <p:cNvSpPr/>
          <p:nvPr/>
        </p:nvSpPr>
        <p:spPr>
          <a:xfrm>
            <a:off x="3927162" y="1508760"/>
            <a:ext cx="1289677" cy="25146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6898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Select process</a:t>
            </a:r>
            <a:endParaRPr lang="en-US" sz="1400" dirty="0"/>
          </a:p>
        </p:txBody>
      </p:sp>
      <p:sp>
        <p:nvSpPr>
          <p:cNvPr id="12" name="Panel 3"/>
          <p:cNvSpPr/>
          <p:nvPr/>
        </p:nvSpPr>
        <p:spPr>
          <a:xfrm>
            <a:off x="6080760" y="1371600"/>
            <a:ext cx="2606040" cy="324612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pic>
        <p:nvPicPr>
          <p:cNvPr id="13" name="Image 2" descr="3  Save photos as PD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736" y="1508760"/>
            <a:ext cx="1150088" cy="2514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14" name="Screenshot frame"/>
          <p:cNvSpPr/>
          <p:nvPr/>
        </p:nvSpPr>
        <p:spPr>
          <a:xfrm>
            <a:off x="6808736" y="1508760"/>
            <a:ext cx="1150088" cy="25146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08076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 Save photos as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3  |  SAVED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saved, then open FMS</a:t>
            </a:r>
            <a:endParaRPr lang="en-US" sz="3400" dirty="0"/>
          </a:p>
        </p:txBody>
      </p:sp>
      <p:pic>
        <p:nvPicPr>
          <p:cNvPr id="4" name="Image 0" descr="Record save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858" y="1417320"/>
            <a:ext cx="1376010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1374858" y="1417320"/>
            <a:ext cx="1376010" cy="27432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pic>
        <p:nvPicPr>
          <p:cNvPr id="6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48" y="2697480"/>
            <a:ext cx="274320" cy="274320"/>
          </a:xfrm>
          <a:prstGeom prst="rect">
            <a:avLst/>
          </a:prstGeom>
        </p:spPr>
      </p:pic>
      <p:pic>
        <p:nvPicPr>
          <p:cNvPr id="7" name="Image 2" descr="FMS web app men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48" y="1417320"/>
            <a:ext cx="4378194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8" name="Screenshot frame"/>
          <p:cNvSpPr/>
          <p:nvPr/>
        </p:nvSpPr>
        <p:spPr>
          <a:xfrm>
            <a:off x="3390948" y="1417320"/>
            <a:ext cx="4378194" cy="274320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00538" y="4251960"/>
            <a:ext cx="1924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Record saved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3390948" y="4251960"/>
            <a:ext cx="4378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StageWise - Product Image menu in the FMS web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4  |  SEARCH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the saved PDFs</a:t>
            </a:r>
            <a:endParaRPr lang="en-US" sz="3400" dirty="0"/>
          </a:p>
        </p:txBody>
      </p:sp>
      <p:pic>
        <p:nvPicPr>
          <p:cNvPr id="4" name="Image 0" descr="Search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53" y="1656431"/>
            <a:ext cx="4206240" cy="212781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664553" y="1656431"/>
            <a:ext cx="4206240" cy="2127818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pic>
        <p:nvPicPr>
          <p:cNvPr id="6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953" y="2583180"/>
            <a:ext cx="274320" cy="274320"/>
          </a:xfrm>
          <a:prstGeom prst="rect">
            <a:avLst/>
          </a:prstGeom>
        </p:spPr>
      </p:pic>
      <p:pic>
        <p:nvPicPr>
          <p:cNvPr id="7" name="Image 2" descr="Search resul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433" y="1417320"/>
            <a:ext cx="3060014" cy="26060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8" name="Screenshot frame"/>
          <p:cNvSpPr/>
          <p:nvPr/>
        </p:nvSpPr>
        <p:spPr>
          <a:xfrm>
            <a:off x="5419433" y="1417320"/>
            <a:ext cx="3060014" cy="2606040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9" name="Search key"/>
          <p:cNvSpPr/>
          <p:nvPr/>
        </p:nvSpPr>
        <p:spPr>
          <a:xfrm>
            <a:off x="1828800" y="416052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82880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FP no.</a:t>
            </a:r>
            <a:endParaRPr lang="en-US" sz="1400" dirty="0"/>
          </a:p>
        </p:txBody>
      </p:sp>
      <p:sp>
        <p:nvSpPr>
          <p:cNvPr id="11" name="Search key"/>
          <p:cNvSpPr/>
          <p:nvPr/>
        </p:nvSpPr>
        <p:spPr>
          <a:xfrm>
            <a:off x="3108960" y="416052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10896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Grade</a:t>
            </a:r>
            <a:endParaRPr lang="en-US" sz="1400" dirty="0"/>
          </a:p>
        </p:txBody>
      </p:sp>
      <p:sp>
        <p:nvSpPr>
          <p:cNvPr id="13" name="Search key"/>
          <p:cNvSpPr/>
          <p:nvPr/>
        </p:nvSpPr>
        <p:spPr>
          <a:xfrm>
            <a:off x="4389120" y="416052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38912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Process</a:t>
            </a:r>
            <a:endParaRPr lang="en-US" sz="1400" dirty="0"/>
          </a:p>
        </p:txBody>
      </p:sp>
      <p:sp>
        <p:nvSpPr>
          <p:cNvPr id="15" name="Search key"/>
          <p:cNvSpPr/>
          <p:nvPr/>
        </p:nvSpPr>
        <p:spPr>
          <a:xfrm>
            <a:off x="5669280" y="41605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66928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Production order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Search by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STEP 5  |  VIEW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image opens as a PDF</a:t>
            </a:r>
            <a:endParaRPr lang="en-US" sz="3400" dirty="0"/>
          </a:p>
        </p:txBody>
      </p:sp>
      <p:pic>
        <p:nvPicPr>
          <p:cNvPr id="4" name="Image 0" descr="Product image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794760" cy="268377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457200" y="1417320"/>
            <a:ext cx="3794760" cy="2683777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pic>
        <p:nvPicPr>
          <p:cNvPr id="6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622048"/>
            <a:ext cx="274320" cy="274320"/>
          </a:xfrm>
          <a:prstGeom prst="rect">
            <a:avLst/>
          </a:prstGeom>
        </p:spPr>
      </p:pic>
      <p:pic>
        <p:nvPicPr>
          <p:cNvPr id="7" name="Image 2" descr="Product image in the browser PDF view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9271"/>
            <a:ext cx="3794760" cy="221987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8" name="Screenshot frame"/>
          <p:cNvSpPr/>
          <p:nvPr/>
        </p:nvSpPr>
        <p:spPr>
          <a:xfrm>
            <a:off x="4892040" y="1649271"/>
            <a:ext cx="3794760" cy="2219875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42519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Preview inside FMS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892040" y="42519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Full view in the PDF viewer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to searchable PDF</a:t>
            </a:r>
            <a:endParaRPr lang="en-US" sz="3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7724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7020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Captured on mobile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Photos are taken against the job and process stage.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333756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56616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7020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Saved as one PDF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Photos are merged and stored on the server.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612648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5508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27020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Found in FMS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Search by FP no., grade, process or production order.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geWise">
  <a:themeElements>
    <a:clrScheme name="StageWise">
      <a:dk1>
        <a:srgbClr val="0A1F17"/>
      </a:dk1>
      <a:lt1>
        <a:srgbClr val="FFFFFF"/>
      </a:lt1>
      <a:dk2>
        <a:srgbClr val="123D2D"/>
      </a:dk2>
      <a:lt2>
        <a:srgbClr val="EDF4F0"/>
      </a:lt2>
      <a:accent1>
        <a:srgbClr val="0F9D70"/>
      </a:accent1>
      <a:accent2>
        <a:srgbClr val="34E0A1"/>
      </a:accent2>
      <a:accent3>
        <a:srgbClr val="5E7C6F"/>
      </a:accent3>
      <a:accent4>
        <a:srgbClr val="C9D9D0"/>
      </a:accent4>
      <a:accent5>
        <a:srgbClr val="0B7A56"/>
      </a:accent5>
      <a:accent6>
        <a:srgbClr val="D2362A"/>
      </a:accent6>
      <a:hlink>
        <a:srgbClr val="0F9D70"/>
      </a:hlink>
      <a:folHlink>
        <a:srgbClr val="5E7C6F"/>
      </a:folHlink>
    </a:clrScheme>
    <a:fontScheme name="Stage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StageWise Product Image</dc:title>
  <dc:subject>PptxGenJS Presentation</dc:subject>
  <dc:creator>Santhoshkumar</dc:creator>
  <cp:lastModifiedBy>Santhoshkumar</cp:lastModifiedBy>
  <cp:revision>1</cp:revision>
  <dcterms:created xsi:type="dcterms:W3CDTF">2026-10-20T06:26:34Z</dcterms:created>
  <dcterms:modified xsi:type="dcterms:W3CDTF">2026-10-20T06:26:34Z</dcterms:modified>
</cp:coreProperties>
</file>