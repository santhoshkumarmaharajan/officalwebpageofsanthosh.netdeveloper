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CASE STUDY · SHOPFLOOR DIGITALIZATION Weld Rod Capture Digitalization A centralized controller master for accurate welding item–grade mapping, integrated with SA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From shopfloor scan-out to SAP 01 Scan out Operator completes the job on the shopfloor. → 02 Enter rod usage Operator must enter welding or gouging rod details. → 03 Auto-save Entry is saved automatically as consumption. → 04 SAP integration Consumption is posted to SAP through an API. Weld Rod Capture Digitalization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Operator screen: Welding &amp; Gouging details Welding rod Select thickness, electrode and quantity. Gouging rod Select thickness, electrode and quantity. Multilingual Language toggle for English, Hindi and Tamil. Weld Rod Capture Digitalization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Rod Capture Digitalization</dc:title>
  <dc:subject/>
  <dc:creator/>
  <cp:lastModifiedBy/>
  <cp:revision>1</cp:revision>
  <dcterms:created xsi:type="dcterms:W3CDTF">2026-10-20T07:04:03Z</dcterms:created>
  <dcterms:modified xsi:type="dcterms:W3CDTF">2026-10-20T07:04:03Z</dcterms:modified>
</cp:coreProperties>
</file>